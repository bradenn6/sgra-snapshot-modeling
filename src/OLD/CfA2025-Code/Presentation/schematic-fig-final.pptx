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</p:sldIdLst>
  <p:sldSz cx="18000663" cy="21599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06"/>
    <p:restoredTop sz="94760"/>
  </p:normalViewPr>
  <p:slideViewPr>
    <p:cSldViewPr snapToGrid="0">
      <p:cViewPr>
        <p:scale>
          <a:sx n="55" d="100"/>
          <a:sy n="55" d="100"/>
        </p:scale>
        <p:origin x="1384" y="-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3534924"/>
            <a:ext cx="15300564" cy="7519835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11344752"/>
            <a:ext cx="13500497" cy="5214884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7860-50D4-6F47-8229-4043DC9B146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827B-3C44-C54F-980B-8146C2246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868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7860-50D4-6F47-8229-4043DC9B146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827B-3C44-C54F-980B-8146C2246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5384888"/>
            <a:ext cx="15525572" cy="8984801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4454688"/>
            <a:ext cx="15525572" cy="4724895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7860-50D4-6F47-8229-4043DC9B146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827B-3C44-C54F-980B-8146C2246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47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5749874"/>
            <a:ext cx="7650282" cy="137047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5749874"/>
            <a:ext cx="7650282" cy="137047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7860-50D4-6F47-8229-4043DC9B146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827B-3C44-C54F-980B-8146C2246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50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149979"/>
            <a:ext cx="15525572" cy="417491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5294885"/>
            <a:ext cx="7615123" cy="2594941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7889827"/>
            <a:ext cx="7615123" cy="116047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5294885"/>
            <a:ext cx="7652626" cy="2594941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7889827"/>
            <a:ext cx="7652626" cy="116047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7860-50D4-6F47-8229-4043DC9B146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827B-3C44-C54F-980B-8146C2246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47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7860-50D4-6F47-8229-4043DC9B146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827B-3C44-C54F-980B-8146C2246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05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7860-50D4-6F47-8229-4043DC9B146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827B-3C44-C54F-980B-8146C2246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14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439968"/>
            <a:ext cx="5805682" cy="503988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3109937"/>
            <a:ext cx="9112836" cy="15349662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6479857"/>
            <a:ext cx="5805682" cy="12004738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7860-50D4-6F47-8229-4043DC9B146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827B-3C44-C54F-980B-8146C2246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7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439968"/>
            <a:ext cx="5805682" cy="503988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3109937"/>
            <a:ext cx="9112836" cy="15349662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6479857"/>
            <a:ext cx="5805682" cy="12004738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7860-50D4-6F47-8229-4043DC9B146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827B-3C44-C54F-980B-8146C2246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525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7860-50D4-6F47-8229-4043DC9B146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827B-3C44-C54F-980B-8146C2246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45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1149975"/>
            <a:ext cx="3881393" cy="1830459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1149975"/>
            <a:ext cx="11419171" cy="1830459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D7860-50D4-6F47-8229-4043DC9B146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FE827B-3C44-C54F-980B-8146C2246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434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1149979"/>
            <a:ext cx="15525572" cy="41749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5749874"/>
            <a:ext cx="15525572" cy="1370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20019564"/>
            <a:ext cx="4050149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4D7860-50D4-6F47-8229-4043DC9B1466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20019564"/>
            <a:ext cx="6075224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20019564"/>
            <a:ext cx="4050149" cy="1149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E827B-3C44-C54F-980B-8146C2246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67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2C7EFE-DB83-D5F1-892C-E3D2E9B849BC}"/>
              </a:ext>
            </a:extLst>
          </p:cNvPr>
          <p:cNvCxnSpPr>
            <a:cxnSpLocks/>
          </p:cNvCxnSpPr>
          <p:nvPr/>
        </p:nvCxnSpPr>
        <p:spPr>
          <a:xfrm>
            <a:off x="14969236" y="4066451"/>
            <a:ext cx="0" cy="54588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12B5856-E35F-94B4-1028-AA643A07A6BB}"/>
              </a:ext>
            </a:extLst>
          </p:cNvPr>
          <p:cNvCxnSpPr>
            <a:cxnSpLocks/>
          </p:cNvCxnSpPr>
          <p:nvPr/>
        </p:nvCxnSpPr>
        <p:spPr>
          <a:xfrm>
            <a:off x="8997993" y="4066451"/>
            <a:ext cx="0" cy="54588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C9DB8B0-CF19-019F-4F1A-B54603993FF5}"/>
              </a:ext>
            </a:extLst>
          </p:cNvPr>
          <p:cNvCxnSpPr>
            <a:cxnSpLocks/>
          </p:cNvCxnSpPr>
          <p:nvPr/>
        </p:nvCxnSpPr>
        <p:spPr>
          <a:xfrm>
            <a:off x="3023725" y="4066451"/>
            <a:ext cx="0" cy="54588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028DDAF-AC40-8DF5-27F7-A792DFD1885F}"/>
              </a:ext>
            </a:extLst>
          </p:cNvPr>
          <p:cNvSpPr txBox="1"/>
          <p:nvPr/>
        </p:nvSpPr>
        <p:spPr>
          <a:xfrm>
            <a:off x="10652853" y="11311702"/>
            <a:ext cx="1090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mb10" panose="020B0500000000000000" pitchFamily="34" charset="0"/>
              </a:rPr>
              <a:t>Mean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3F9A99-492A-C721-655D-110AD666E206}"/>
              </a:ext>
            </a:extLst>
          </p:cNvPr>
          <p:cNvSpPr txBox="1"/>
          <p:nvPr/>
        </p:nvSpPr>
        <p:spPr>
          <a:xfrm>
            <a:off x="13415832" y="11311702"/>
            <a:ext cx="4165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mb10" panose="020B0500000000000000" pitchFamily="34" charset="0"/>
              </a:rPr>
              <a:t>Standard Deviation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37DF98-2EE8-3004-62B7-8B001DFA496B}"/>
              </a:ext>
            </a:extLst>
          </p:cNvPr>
          <p:cNvSpPr txBox="1"/>
          <p:nvPr/>
        </p:nvSpPr>
        <p:spPr>
          <a:xfrm>
            <a:off x="1123009" y="15282899"/>
            <a:ext cx="6747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mb10" panose="020B0500000000000000" pitchFamily="34" charset="0"/>
              </a:rPr>
              <a:t>Average Source Structure Distribution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903E70-F097-8020-79E8-8612FA6EB9EA}"/>
              </a:ext>
            </a:extLst>
          </p:cNvPr>
          <p:cNvSpPr txBox="1"/>
          <p:nvPr/>
        </p:nvSpPr>
        <p:spPr>
          <a:xfrm>
            <a:off x="11038089" y="15282899"/>
            <a:ext cx="4755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mb10" panose="020B0500000000000000" pitchFamily="34" charset="0"/>
              </a:rPr>
              <a:t>Variability Distribution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03B4E96-10B4-CDBE-EF0C-2A449B31849E}"/>
              </a:ext>
            </a:extLst>
          </p:cNvPr>
          <p:cNvSpPr/>
          <p:nvPr/>
        </p:nvSpPr>
        <p:spPr>
          <a:xfrm>
            <a:off x="197224" y="10963057"/>
            <a:ext cx="8737494" cy="484306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5A66555-5317-1473-9994-8F788CD00542}"/>
              </a:ext>
            </a:extLst>
          </p:cNvPr>
          <p:cNvCxnSpPr>
            <a:cxnSpLocks/>
          </p:cNvCxnSpPr>
          <p:nvPr/>
        </p:nvCxnSpPr>
        <p:spPr>
          <a:xfrm>
            <a:off x="3058424" y="10350285"/>
            <a:ext cx="2460060" cy="51758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D532997-234E-9FA3-3406-7C5AD7985D8B}"/>
              </a:ext>
            </a:extLst>
          </p:cNvPr>
          <p:cNvCxnSpPr>
            <a:cxnSpLocks/>
          </p:cNvCxnSpPr>
          <p:nvPr/>
        </p:nvCxnSpPr>
        <p:spPr>
          <a:xfrm>
            <a:off x="9014769" y="10350285"/>
            <a:ext cx="0" cy="54588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CFFE1C8-342D-6CFD-DCA8-182F5B61BE52}"/>
              </a:ext>
            </a:extLst>
          </p:cNvPr>
          <p:cNvCxnSpPr>
            <a:cxnSpLocks/>
          </p:cNvCxnSpPr>
          <p:nvPr/>
        </p:nvCxnSpPr>
        <p:spPr>
          <a:xfrm flipH="1">
            <a:off x="12528959" y="10340719"/>
            <a:ext cx="2460060" cy="51758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0274E56-ABFA-59EC-6ECB-2DB4FDFDC7CC}"/>
              </a:ext>
            </a:extLst>
          </p:cNvPr>
          <p:cNvSpPr/>
          <p:nvPr/>
        </p:nvSpPr>
        <p:spPr>
          <a:xfrm>
            <a:off x="9073796" y="10963057"/>
            <a:ext cx="8737494" cy="4843062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colorful circle with numbers and a chart&#10;&#10;AI-generated content may be incorrect.">
            <a:extLst>
              <a:ext uri="{FF2B5EF4-FFF2-40B4-BE49-F238E27FC236}">
                <a16:creationId xmlns:a16="http://schemas.microsoft.com/office/drawing/2014/main" id="{D91BCC85-D046-7FBA-3669-AB53580A84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58" t="4420" r="24264" b="4380"/>
          <a:stretch>
            <a:fillRect/>
          </a:stretch>
        </p:blipFill>
        <p:spPr>
          <a:xfrm>
            <a:off x="253260" y="11014086"/>
            <a:ext cx="4262400" cy="4262400"/>
          </a:xfrm>
          <a:prstGeom prst="rect">
            <a:avLst/>
          </a:prstGeom>
        </p:spPr>
      </p:pic>
      <p:pic>
        <p:nvPicPr>
          <p:cNvPr id="24" name="Picture 23" descr="A black circle with a purple circle in the middle&#10;&#10;AI-generated content may be incorrect.">
            <a:extLst>
              <a:ext uri="{FF2B5EF4-FFF2-40B4-BE49-F238E27FC236}">
                <a16:creationId xmlns:a16="http://schemas.microsoft.com/office/drawing/2014/main" id="{B94493C9-57D3-4E77-3341-B1B5B8135A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27" t="5373" r="26384" b="5909"/>
          <a:stretch>
            <a:fillRect/>
          </a:stretch>
        </p:blipFill>
        <p:spPr>
          <a:xfrm>
            <a:off x="4593989" y="11020499"/>
            <a:ext cx="4262400" cy="4262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5A3CAA4-99F0-6DA7-8794-E7CC1D9F1BC4}"/>
              </a:ext>
            </a:extLst>
          </p:cNvPr>
          <p:cNvSpPr txBox="1"/>
          <p:nvPr/>
        </p:nvSpPr>
        <p:spPr>
          <a:xfrm>
            <a:off x="1820542" y="11195622"/>
            <a:ext cx="1090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mb10" panose="020B0500000000000000" pitchFamily="34" charset="0"/>
              </a:rPr>
              <a:t>Mean</a:t>
            </a:r>
          </a:p>
        </p:txBody>
      </p:sp>
      <p:pic>
        <p:nvPicPr>
          <p:cNvPr id="45" name="Picture 44" descr="A colorful circle with a black background&#10;&#10;AI-generated content may be incorrect.">
            <a:extLst>
              <a:ext uri="{FF2B5EF4-FFF2-40B4-BE49-F238E27FC236}">
                <a16:creationId xmlns:a16="http://schemas.microsoft.com/office/drawing/2014/main" id="{057D52B9-ADAC-F55E-6620-2D7C75DAE8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36" t="4323" r="24074" b="4211"/>
          <a:stretch>
            <a:fillRect/>
          </a:stretch>
        </p:blipFill>
        <p:spPr>
          <a:xfrm>
            <a:off x="204760" y="4637620"/>
            <a:ext cx="2787564" cy="2787564"/>
          </a:xfrm>
          <a:prstGeom prst="rect">
            <a:avLst/>
          </a:prstGeom>
        </p:spPr>
      </p:pic>
      <p:pic>
        <p:nvPicPr>
          <p:cNvPr id="49" name="Picture 48" descr="A black circle with a pink circle in the middle&#10;&#10;AI-generated content may be incorrect.">
            <a:extLst>
              <a:ext uri="{FF2B5EF4-FFF2-40B4-BE49-F238E27FC236}">
                <a16:creationId xmlns:a16="http://schemas.microsoft.com/office/drawing/2014/main" id="{235E95A1-0FE6-8F81-CF47-39B51980394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712" t="4227" r="24015" b="4328"/>
          <a:stretch>
            <a:fillRect/>
          </a:stretch>
        </p:blipFill>
        <p:spPr>
          <a:xfrm>
            <a:off x="3058424" y="4638202"/>
            <a:ext cx="2786400" cy="2786400"/>
          </a:xfrm>
          <a:prstGeom prst="rect">
            <a:avLst/>
          </a:prstGeom>
        </p:spPr>
      </p:pic>
      <p:pic>
        <p:nvPicPr>
          <p:cNvPr id="54" name="Picture 53" descr="A black hole with orange and purple circles&#10;&#10;AI-generated content may be incorrect.">
            <a:extLst>
              <a:ext uri="{FF2B5EF4-FFF2-40B4-BE49-F238E27FC236}">
                <a16:creationId xmlns:a16="http://schemas.microsoft.com/office/drawing/2014/main" id="{57EC122E-1A43-262A-D1EE-0B3AEDB9622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696" t="4222" r="24292" b="4659"/>
          <a:stretch>
            <a:fillRect/>
          </a:stretch>
        </p:blipFill>
        <p:spPr>
          <a:xfrm>
            <a:off x="1630525" y="7481531"/>
            <a:ext cx="2786400" cy="2786400"/>
          </a:xfrm>
          <a:prstGeom prst="rect">
            <a:avLst/>
          </a:prstGeom>
        </p:spPr>
      </p:pic>
      <p:pic>
        <p:nvPicPr>
          <p:cNvPr id="68" name="Picture 67" descr="A black hole with a colorful circle&#10;&#10;AI-generated content may be incorrect.">
            <a:extLst>
              <a:ext uri="{FF2B5EF4-FFF2-40B4-BE49-F238E27FC236}">
                <a16:creationId xmlns:a16="http://schemas.microsoft.com/office/drawing/2014/main" id="{C1AA0AD0-0399-3F08-FE06-72D1507FAE4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2696" t="4282" r="24162" b="4439"/>
          <a:stretch>
            <a:fillRect/>
          </a:stretch>
        </p:blipFill>
        <p:spPr>
          <a:xfrm>
            <a:off x="6180882" y="4638202"/>
            <a:ext cx="2786400" cy="2786400"/>
          </a:xfrm>
          <a:prstGeom prst="rect">
            <a:avLst/>
          </a:prstGeom>
        </p:spPr>
      </p:pic>
      <p:pic>
        <p:nvPicPr>
          <p:cNvPr id="70" name="Picture 69" descr="A colorful circle in space&#10;&#10;AI-generated content may be incorrect.">
            <a:extLst>
              <a:ext uri="{FF2B5EF4-FFF2-40B4-BE49-F238E27FC236}">
                <a16:creationId xmlns:a16="http://schemas.microsoft.com/office/drawing/2014/main" id="{9457F29E-3168-2998-E5C7-21373171ABC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695" t="4326" r="24165" b="4394"/>
          <a:stretch>
            <a:fillRect/>
          </a:stretch>
        </p:blipFill>
        <p:spPr>
          <a:xfrm>
            <a:off x="7588128" y="7481531"/>
            <a:ext cx="2786400" cy="2786400"/>
          </a:xfrm>
          <a:prstGeom prst="rect">
            <a:avLst/>
          </a:prstGeom>
        </p:spPr>
      </p:pic>
      <p:pic>
        <p:nvPicPr>
          <p:cNvPr id="72" name="Picture 71" descr="A black hole with a colorful circle&#10;&#10;AI-generated content may be incorrect.">
            <a:extLst>
              <a:ext uri="{FF2B5EF4-FFF2-40B4-BE49-F238E27FC236}">
                <a16:creationId xmlns:a16="http://schemas.microsoft.com/office/drawing/2014/main" id="{1750C28F-717D-9336-D02F-D2C148FBA37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652" t="3936" r="23956" b="4469"/>
          <a:stretch>
            <a:fillRect/>
          </a:stretch>
        </p:blipFill>
        <p:spPr>
          <a:xfrm>
            <a:off x="9030218" y="4638202"/>
            <a:ext cx="2786400" cy="2786400"/>
          </a:xfrm>
          <a:prstGeom prst="rect">
            <a:avLst/>
          </a:prstGeom>
        </p:spPr>
      </p:pic>
      <p:pic>
        <p:nvPicPr>
          <p:cNvPr id="74" name="Picture 73" descr="A colorful circle with a black background&#10;&#10;AI-generated content may be incorrect.">
            <a:extLst>
              <a:ext uri="{FF2B5EF4-FFF2-40B4-BE49-F238E27FC236}">
                <a16:creationId xmlns:a16="http://schemas.microsoft.com/office/drawing/2014/main" id="{D0D4297A-572F-9312-6DF8-E5B9758532C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592" t="4120" r="24022" b="4293"/>
          <a:stretch>
            <a:fillRect/>
          </a:stretch>
        </p:blipFill>
        <p:spPr>
          <a:xfrm>
            <a:off x="12151365" y="4638202"/>
            <a:ext cx="2786400" cy="2786400"/>
          </a:xfrm>
          <a:prstGeom prst="rect">
            <a:avLst/>
          </a:prstGeom>
        </p:spPr>
      </p:pic>
      <p:pic>
        <p:nvPicPr>
          <p:cNvPr id="84" name="Picture 83" descr="A black hole with a red circle in the middle&#10;&#10;AI-generated content may be incorrect.">
            <a:extLst>
              <a:ext uri="{FF2B5EF4-FFF2-40B4-BE49-F238E27FC236}">
                <a16:creationId xmlns:a16="http://schemas.microsoft.com/office/drawing/2014/main" id="{0AC41984-D764-D421-FF75-5F350D4C99DA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612" t="4169" r="24179" b="4466"/>
          <a:stretch>
            <a:fillRect/>
          </a:stretch>
        </p:blipFill>
        <p:spPr>
          <a:xfrm>
            <a:off x="13561190" y="7481531"/>
            <a:ext cx="2786400" cy="2786400"/>
          </a:xfrm>
          <a:prstGeom prst="rect">
            <a:avLst/>
          </a:prstGeom>
        </p:spPr>
      </p:pic>
      <p:pic>
        <p:nvPicPr>
          <p:cNvPr id="91" name="Picture 90" descr="A black hole with a colorful circle&#10;&#10;AI-generated content may be incorrect.">
            <a:extLst>
              <a:ext uri="{FF2B5EF4-FFF2-40B4-BE49-F238E27FC236}">
                <a16:creationId xmlns:a16="http://schemas.microsoft.com/office/drawing/2014/main" id="{AD10C234-70C4-2FA5-9FDB-8D664785C1F4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2587" t="4144" r="24026" b="4270"/>
          <a:stretch>
            <a:fillRect/>
          </a:stretch>
        </p:blipFill>
        <p:spPr>
          <a:xfrm>
            <a:off x="15009503" y="4638202"/>
            <a:ext cx="2786400" cy="2786400"/>
          </a:xfrm>
          <a:prstGeom prst="rect">
            <a:avLst/>
          </a:prstGeom>
        </p:spPr>
      </p:pic>
      <p:pic>
        <p:nvPicPr>
          <p:cNvPr id="15" name="Picture 14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9F7E526E-0FA3-7948-6A1D-4274BE4A9A9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31160" t="3391" r="8300" b="16285"/>
          <a:stretch>
            <a:fillRect/>
          </a:stretch>
        </p:blipFill>
        <p:spPr>
          <a:xfrm>
            <a:off x="1212730" y="450537"/>
            <a:ext cx="3611496" cy="3588444"/>
          </a:xfrm>
          <a:prstGeom prst="rect">
            <a:avLst/>
          </a:prstGeom>
        </p:spPr>
      </p:pic>
      <p:pic>
        <p:nvPicPr>
          <p:cNvPr id="20" name="Picture 19" descr="A graph of a circle with dots and numbers&#10;&#10;AI-generated content may be incorrect.">
            <a:extLst>
              <a:ext uri="{FF2B5EF4-FFF2-40B4-BE49-F238E27FC236}">
                <a16:creationId xmlns:a16="http://schemas.microsoft.com/office/drawing/2014/main" id="{283BF88C-D98F-44D3-FDCF-D3D2F17B7496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31124" t="3174" r="8429" b="16068"/>
          <a:stretch>
            <a:fillRect/>
          </a:stretch>
        </p:blipFill>
        <p:spPr>
          <a:xfrm>
            <a:off x="7189448" y="451959"/>
            <a:ext cx="3583759" cy="3585600"/>
          </a:xfrm>
          <a:prstGeom prst="rect">
            <a:avLst/>
          </a:prstGeom>
        </p:spPr>
      </p:pic>
      <p:pic>
        <p:nvPicPr>
          <p:cNvPr id="22" name="Picture 21" descr="A graph with a circle and dots&#10;&#10;AI-generated content may be incorrect.">
            <a:extLst>
              <a:ext uri="{FF2B5EF4-FFF2-40B4-BE49-F238E27FC236}">
                <a16:creationId xmlns:a16="http://schemas.microsoft.com/office/drawing/2014/main" id="{72E72E11-CF8B-3CBA-9067-CEE73E4B9886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l="31215" t="3232" r="8498" b="16264"/>
          <a:stretch>
            <a:fillRect/>
          </a:stretch>
        </p:blipFill>
        <p:spPr>
          <a:xfrm>
            <a:off x="13176436" y="444457"/>
            <a:ext cx="3585600" cy="35856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D13AC79-1085-9A5C-B0E7-CFB37FF2CF86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2634" t="5465" r="26076" b="5563"/>
          <a:stretch>
            <a:fillRect/>
          </a:stretch>
        </p:blipFill>
        <p:spPr>
          <a:xfrm>
            <a:off x="9156304" y="11015409"/>
            <a:ext cx="4262400" cy="42624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9756557-B6C3-0C44-702B-436312F7FDC4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2587" t="6626" r="28004" b="6749"/>
          <a:stretch>
            <a:fillRect/>
          </a:stretch>
        </p:blipFill>
        <p:spPr>
          <a:xfrm>
            <a:off x="13485003" y="11013166"/>
            <a:ext cx="4262400" cy="4262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D4C315-AC9E-40EC-64C7-A540DC64BD55}"/>
              </a:ext>
            </a:extLst>
          </p:cNvPr>
          <p:cNvSpPr txBox="1"/>
          <p:nvPr/>
        </p:nvSpPr>
        <p:spPr>
          <a:xfrm>
            <a:off x="10702162" y="11193984"/>
            <a:ext cx="1090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mb10" panose="020B0500000000000000" pitchFamily="34" charset="0"/>
              </a:rPr>
              <a:t>Mean</a:t>
            </a:r>
          </a:p>
        </p:txBody>
      </p:sp>
      <p:pic>
        <p:nvPicPr>
          <p:cNvPr id="8" name="Picture 7" descr="A purple circle with black center&#10;&#10;AI-generated content may be incorrect.">
            <a:extLst>
              <a:ext uri="{FF2B5EF4-FFF2-40B4-BE49-F238E27FC236}">
                <a16:creationId xmlns:a16="http://schemas.microsoft.com/office/drawing/2014/main" id="{1E0FFF59-8F5B-6FA8-0863-87EF17CB145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93989" y="11020499"/>
            <a:ext cx="4255067" cy="4255067"/>
          </a:xfrm>
          <a:prstGeom prst="rect">
            <a:avLst/>
          </a:prstGeom>
        </p:spPr>
      </p:pic>
      <p:pic>
        <p:nvPicPr>
          <p:cNvPr id="10" name="Picture 9" descr="A purple circle in the dark&#10;&#10;AI-generated content may be incorrect.">
            <a:extLst>
              <a:ext uri="{FF2B5EF4-FFF2-40B4-BE49-F238E27FC236}">
                <a16:creationId xmlns:a16="http://schemas.microsoft.com/office/drawing/2014/main" id="{AE165312-2B48-19D4-B41A-BEDF090A739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492335" y="11020499"/>
            <a:ext cx="4255067" cy="42550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0DA387-4F83-696E-A34E-86B9B7DE8CD4}"/>
              </a:ext>
            </a:extLst>
          </p:cNvPr>
          <p:cNvSpPr txBox="1"/>
          <p:nvPr/>
        </p:nvSpPr>
        <p:spPr>
          <a:xfrm>
            <a:off x="4661931" y="11193984"/>
            <a:ext cx="4165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mb10" panose="020B0500000000000000" pitchFamily="34" charset="0"/>
              </a:rPr>
              <a:t>Uncertainty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6278B2-4354-C4CF-28C2-9780E6D5A58A}"/>
              </a:ext>
            </a:extLst>
          </p:cNvPr>
          <p:cNvSpPr txBox="1"/>
          <p:nvPr/>
        </p:nvSpPr>
        <p:spPr>
          <a:xfrm>
            <a:off x="13532139" y="11193984"/>
            <a:ext cx="4165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mb10" panose="020B0500000000000000" pitchFamily="34" charset="0"/>
              </a:rPr>
              <a:t>Uncertainty</a:t>
            </a:r>
          </a:p>
        </p:txBody>
      </p:sp>
    </p:spTree>
    <p:extLst>
      <p:ext uri="{BB962C8B-B14F-4D97-AF65-F5344CB8AC3E}">
        <p14:creationId xmlns:p14="http://schemas.microsoft.com/office/powerpoint/2010/main" val="542251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14145</TotalTime>
  <Words>13</Words>
  <Application>Microsoft Macintosh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cmb10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Braden Nowicki</dc:creator>
  <cp:lastModifiedBy>Braden Nowicki</cp:lastModifiedBy>
  <cp:revision>14</cp:revision>
  <dcterms:created xsi:type="dcterms:W3CDTF">2025-10-05T20:57:25Z</dcterms:created>
  <dcterms:modified xsi:type="dcterms:W3CDTF">2026-01-15T17:58:22Z</dcterms:modified>
</cp:coreProperties>
</file>